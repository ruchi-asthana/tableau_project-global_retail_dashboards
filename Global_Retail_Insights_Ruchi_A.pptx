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76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6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14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27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4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45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66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1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80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74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17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06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36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9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14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74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68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4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34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06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89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77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23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402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19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79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540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01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63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950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334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126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33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96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36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0370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2674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07251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75737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8877671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4383399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042138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851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786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517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91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250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267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92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49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39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0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8A7C-4398-2C1E-3A33-B1BC47C2B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/>
          <a:p>
            <a:pPr algn="ctr"/>
            <a:r>
              <a:rPr lang="en-IN" sz="4800" dirty="0"/>
              <a:t>Global retail </a:t>
            </a:r>
            <a:r>
              <a:rPr lang="en-IN" sz="4800" dirty="0" err="1"/>
              <a:t>pvt</a:t>
            </a:r>
            <a:r>
              <a:rPr lang="en-IN" sz="4800" dirty="0"/>
              <a:t> Ltd.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4F845-B57B-DE80-4167-CE27FF202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867" y="3019096"/>
            <a:ext cx="5674753" cy="40990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Sales, Product and Customer Analysis </a:t>
            </a:r>
          </a:p>
        </p:txBody>
      </p:sp>
      <p:pic>
        <p:nvPicPr>
          <p:cNvPr id="10" name="Picture Placeholder 3">
            <a:extLst>
              <a:ext uri="{FF2B5EF4-FFF2-40B4-BE49-F238E27FC236}">
                <a16:creationId xmlns:a16="http://schemas.microsoft.com/office/drawing/2014/main" id="{412150E8-C80E-6F85-AF8A-B2708164608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435" b="12395"/>
          <a:stretch>
            <a:fillRect/>
          </a:stretch>
        </p:blipFill>
        <p:spPr>
          <a:xfrm>
            <a:off x="6517248" y="0"/>
            <a:ext cx="5674753" cy="639915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2E7609C-0C3C-BF2B-3160-852D2377B4E7}"/>
              </a:ext>
            </a:extLst>
          </p:cNvPr>
          <p:cNvSpPr txBox="1">
            <a:spLocks/>
          </p:cNvSpPr>
          <p:nvPr/>
        </p:nvSpPr>
        <p:spPr>
          <a:xfrm>
            <a:off x="2395202" y="6038401"/>
            <a:ext cx="3700798" cy="4099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dirty="0"/>
              <a:t>-Ruchi Asthana</a:t>
            </a:r>
          </a:p>
        </p:txBody>
      </p:sp>
    </p:spTree>
    <p:extLst>
      <p:ext uri="{BB962C8B-B14F-4D97-AF65-F5344CB8AC3E}">
        <p14:creationId xmlns:p14="http://schemas.microsoft.com/office/powerpoint/2010/main" val="117830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67A3-AC21-9E7E-E9E9-C3464670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693B8D7-929A-F33B-04FA-4E4410188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34"/>
          <a:stretch>
            <a:fillRect/>
          </a:stretch>
        </p:blipFill>
        <p:spPr>
          <a:xfrm>
            <a:off x="0" y="0"/>
            <a:ext cx="9525000" cy="685800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070BF9C5-2E8F-86CA-0BFB-3DD9795B8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8497" y="94593"/>
            <a:ext cx="2438399" cy="6642537"/>
          </a:xfrm>
        </p:spPr>
        <p:txBody>
          <a:bodyPr anchor="b">
            <a:normAutofit/>
          </a:bodyPr>
          <a:lstStyle/>
          <a:p>
            <a:pPr algn="ctr"/>
            <a:r>
              <a:rPr lang="en-IN" sz="1200" b="1" dirty="0"/>
              <a:t>Sales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Monthly sales trend is consistent over the years except for a steep decline in December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Highest sales occur in November 2024, just before the sharp fall.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All three categories contribute  to sales almost equally (35, 33 and 32% each); Technology being the highest contributor.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South generates highest revenue and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Maharashtra is the highest revenue generating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Higher discounts tend to reduce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Tables, Paper and Accessories are the highest revenue generating sub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Most orders have sales in the range of 400-450.</a:t>
            </a:r>
          </a:p>
        </p:txBody>
      </p:sp>
    </p:spTree>
    <p:extLst>
      <p:ext uri="{BB962C8B-B14F-4D97-AF65-F5344CB8AC3E}">
        <p14:creationId xmlns:p14="http://schemas.microsoft.com/office/powerpoint/2010/main" val="8773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B444-54F2-CDD5-D4CF-60B24E12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EEC8A2AB-72CE-79D2-0B83-E718FA318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8497" y="94593"/>
            <a:ext cx="2438399" cy="6642537"/>
          </a:xfrm>
        </p:spPr>
        <p:txBody>
          <a:bodyPr anchor="b">
            <a:normAutofit lnSpcReduction="10000"/>
          </a:bodyPr>
          <a:lstStyle/>
          <a:p>
            <a:pPr algn="ctr"/>
            <a:r>
              <a:rPr lang="en-IN" sz="1200" b="1" dirty="0"/>
              <a:t>Product and Customer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most revenue generating customer segment is Consumer, followed by Home Office.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March and November are the busiest months in terms of Orders placed.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Customer 75 and Customer 147 are the top two customers in terms of revenue, each having more than 8k of total order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East Region has a higher Shipping Days Average (4-5 days) compared to the other three (3-4 days).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Large items take more time to be shipped than Small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Paper is the most profitable sub category with the highest profit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highest number of orders made by an individual customer is 13.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40D2C-E25D-02B5-9E25-6AC996CD6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14"/>
          <a:stretch>
            <a:fillRect/>
          </a:stretch>
        </p:blipFill>
        <p:spPr>
          <a:xfrm>
            <a:off x="0" y="0"/>
            <a:ext cx="952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87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022FC-02C0-515C-27AB-5425E3C7F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0232" y="3236353"/>
            <a:ext cx="5431536" cy="385293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849154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232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Oasis</vt:lpstr>
      <vt:lpstr>Global retail pvt Ltd.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 Asthana</dc:creator>
  <cp:lastModifiedBy>Ruchi Asthana</cp:lastModifiedBy>
  <cp:revision>4</cp:revision>
  <dcterms:created xsi:type="dcterms:W3CDTF">2026-08-31T17:54:48Z</dcterms:created>
  <dcterms:modified xsi:type="dcterms:W3CDTF">2026-08-31T19:05:27Z</dcterms:modified>
</cp:coreProperties>
</file>